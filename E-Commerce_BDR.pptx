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30301B-E889-4F39-9253-48792E75DAF9}" v="140" dt="2026-01-23T07:29:10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nuprakash k" userId="eb19c3e9f96e9905" providerId="LiveId" clId="{F6E77B58-16FB-4A80-8271-DF508C284435}"/>
    <pc:docChg chg="custSel modSld modMainMaster">
      <pc:chgData name="vishnuprakash k" userId="eb19c3e9f96e9905" providerId="LiveId" clId="{F6E77B58-16FB-4A80-8271-DF508C284435}" dt="2026-01-23T07:29:56.267" v="324" actId="478"/>
      <pc:docMkLst>
        <pc:docMk/>
      </pc:docMkLst>
      <pc:sldChg chg="modSp setBg">
        <pc:chgData name="vishnuprakash k" userId="eb19c3e9f96e9905" providerId="LiveId" clId="{F6E77B58-16FB-4A80-8271-DF508C284435}" dt="2026-01-23T07:21:22.133" v="249"/>
        <pc:sldMkLst>
          <pc:docMk/>
          <pc:sldMk cId="0" sldId="256"/>
        </pc:sldMkLst>
        <pc:spChg chg="mod">
          <ac:chgData name="vishnuprakash k" userId="eb19c3e9f96e9905" providerId="LiveId" clId="{F6E77B58-16FB-4A80-8271-DF508C284435}" dt="2026-01-23T07:21:22.133" v="249"/>
          <ac:spMkLst>
            <pc:docMk/>
            <pc:sldMk cId="0" sldId="256"/>
            <ac:spMk id="2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1:22.133" v="249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vishnuprakash k" userId="eb19c3e9f96e9905" providerId="LiveId" clId="{F6E77B58-16FB-4A80-8271-DF508C284435}" dt="2026-01-23T07:22:02.326" v="253" actId="1076"/>
        <pc:sldMkLst>
          <pc:docMk/>
          <pc:sldMk cId="0" sldId="257"/>
        </pc:sldMkLst>
        <pc:spChg chg="mod">
          <ac:chgData name="vishnuprakash k" userId="eb19c3e9f96e9905" providerId="LiveId" clId="{F6E77B58-16FB-4A80-8271-DF508C284435}" dt="2026-01-23T07:21:22.133" v="2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2:02.326" v="253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vishnuprakash k" userId="eb19c3e9f96e9905" providerId="LiveId" clId="{F6E77B58-16FB-4A80-8271-DF508C284435}" dt="2026-01-23T07:24:01.394" v="276" actId="20577"/>
        <pc:sldMkLst>
          <pc:docMk/>
          <pc:sldMk cId="0" sldId="258"/>
        </pc:sldMkLst>
        <pc:spChg chg="mod">
          <ac:chgData name="vishnuprakash k" userId="eb19c3e9f96e9905" providerId="LiveId" clId="{F6E77B58-16FB-4A80-8271-DF508C284435}" dt="2026-01-23T07:21:22.133" v="249"/>
          <ac:spMkLst>
            <pc:docMk/>
            <pc:sldMk cId="0" sldId="258"/>
            <ac:spMk id="2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4:01.394" v="276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vishnuprakash k" userId="eb19c3e9f96e9905" providerId="LiveId" clId="{F6E77B58-16FB-4A80-8271-DF508C284435}" dt="2026-01-23T07:24:21.199" v="288" actId="20577"/>
        <pc:sldMkLst>
          <pc:docMk/>
          <pc:sldMk cId="0" sldId="259"/>
        </pc:sldMkLst>
        <pc:spChg chg="mod">
          <ac:chgData name="vishnuprakash k" userId="eb19c3e9f96e9905" providerId="LiveId" clId="{F6E77B58-16FB-4A80-8271-DF508C284435}" dt="2026-01-23T07:21:22.133" v="249"/>
          <ac:spMkLst>
            <pc:docMk/>
            <pc:sldMk cId="0" sldId="259"/>
            <ac:spMk id="2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4:21.199" v="288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vishnuprakash k" userId="eb19c3e9f96e9905" providerId="LiveId" clId="{F6E77B58-16FB-4A80-8271-DF508C284435}" dt="2026-01-23T07:22:27.440" v="256" actId="255"/>
        <pc:sldMkLst>
          <pc:docMk/>
          <pc:sldMk cId="0" sldId="260"/>
        </pc:sldMkLst>
        <pc:spChg chg="mod">
          <ac:chgData name="vishnuprakash k" userId="eb19c3e9f96e9905" providerId="LiveId" clId="{F6E77B58-16FB-4A80-8271-DF508C284435}" dt="2026-01-23T07:21:22.133" v="249"/>
          <ac:spMkLst>
            <pc:docMk/>
            <pc:sldMk cId="0" sldId="260"/>
            <ac:spMk id="2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2:27.440" v="256" actId="255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vishnuprakash k" userId="eb19c3e9f96e9905" providerId="LiveId" clId="{F6E77B58-16FB-4A80-8271-DF508C284435}" dt="2026-01-23T07:22:38.146" v="257" actId="255"/>
        <pc:sldMkLst>
          <pc:docMk/>
          <pc:sldMk cId="0" sldId="261"/>
        </pc:sldMkLst>
        <pc:spChg chg="mod">
          <ac:chgData name="vishnuprakash k" userId="eb19c3e9f96e9905" providerId="LiveId" clId="{F6E77B58-16FB-4A80-8271-DF508C284435}" dt="2026-01-23T07:21:22.133" v="249"/>
          <ac:spMkLst>
            <pc:docMk/>
            <pc:sldMk cId="0" sldId="261"/>
            <ac:spMk id="2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2:38.146" v="257" actId="255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vishnuprakash k" userId="eb19c3e9f96e9905" providerId="LiveId" clId="{F6E77B58-16FB-4A80-8271-DF508C284435}" dt="2026-01-23T07:22:45.211" v="258" actId="255"/>
        <pc:sldMkLst>
          <pc:docMk/>
          <pc:sldMk cId="0" sldId="262"/>
        </pc:sldMkLst>
        <pc:spChg chg="mod">
          <ac:chgData name="vishnuprakash k" userId="eb19c3e9f96e9905" providerId="LiveId" clId="{F6E77B58-16FB-4A80-8271-DF508C284435}" dt="2026-01-23T07:21:22.133" v="249"/>
          <ac:spMkLst>
            <pc:docMk/>
            <pc:sldMk cId="0" sldId="262"/>
            <ac:spMk id="2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2:45.211" v="258" actId="25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vishnuprakash k" userId="eb19c3e9f96e9905" providerId="LiveId" clId="{F6E77B58-16FB-4A80-8271-DF508C284435}" dt="2026-01-23T07:22:51.554" v="259" actId="255"/>
        <pc:sldMkLst>
          <pc:docMk/>
          <pc:sldMk cId="0" sldId="263"/>
        </pc:sldMkLst>
        <pc:spChg chg="mod">
          <ac:chgData name="vishnuprakash k" userId="eb19c3e9f96e9905" providerId="LiveId" clId="{F6E77B58-16FB-4A80-8271-DF508C284435}" dt="2026-01-23T07:21:22.133" v="249"/>
          <ac:spMkLst>
            <pc:docMk/>
            <pc:sldMk cId="0" sldId="263"/>
            <ac:spMk id="2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2:51.554" v="259" actId="255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vishnuprakash k" userId="eb19c3e9f96e9905" providerId="LiveId" clId="{F6E77B58-16FB-4A80-8271-DF508C284435}" dt="2026-01-23T07:22:58.869" v="260" actId="255"/>
        <pc:sldMkLst>
          <pc:docMk/>
          <pc:sldMk cId="0" sldId="264"/>
        </pc:sldMkLst>
        <pc:spChg chg="mod">
          <ac:chgData name="vishnuprakash k" userId="eb19c3e9f96e9905" providerId="LiveId" clId="{F6E77B58-16FB-4A80-8271-DF508C284435}" dt="2026-01-23T07:21:22.133" v="249"/>
          <ac:spMkLst>
            <pc:docMk/>
            <pc:sldMk cId="0" sldId="264"/>
            <ac:spMk id="2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2:58.869" v="260" actId="255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mod">
        <pc:chgData name="vishnuprakash k" userId="eb19c3e9f96e9905" providerId="LiveId" clId="{F6E77B58-16FB-4A80-8271-DF508C284435}" dt="2026-01-23T07:29:56.267" v="324" actId="478"/>
        <pc:sldMkLst>
          <pc:docMk/>
          <pc:sldMk cId="0" sldId="265"/>
        </pc:sldMkLst>
        <pc:spChg chg="mod">
          <ac:chgData name="vishnuprakash k" userId="eb19c3e9f96e9905" providerId="LiveId" clId="{F6E77B58-16FB-4A80-8271-DF508C284435}" dt="2026-01-23T07:21:22.133" v="249"/>
          <ac:spMkLst>
            <pc:docMk/>
            <pc:sldMk cId="0" sldId="265"/>
            <ac:spMk id="2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9:53.221" v="323" actId="20577"/>
          <ac:spMkLst>
            <pc:docMk/>
            <pc:sldMk cId="0" sldId="265"/>
            <ac:spMk id="3" creationId="{00000000-0000-0000-0000-000000000000}"/>
          </ac:spMkLst>
        </pc:spChg>
        <pc:picChg chg="add del mod">
          <ac:chgData name="vishnuprakash k" userId="eb19c3e9f96e9905" providerId="LiveId" clId="{F6E77B58-16FB-4A80-8271-DF508C284435}" dt="2026-01-23T07:29:56.267" v="324" actId="478"/>
          <ac:picMkLst>
            <pc:docMk/>
            <pc:sldMk cId="0" sldId="265"/>
            <ac:picMk id="5" creationId="{0AC73F18-77A4-A3B7-C1DE-36CFDF73CEF1}"/>
          </ac:picMkLst>
        </pc:picChg>
      </pc:sldChg>
      <pc:sldChg chg="modSp mod">
        <pc:chgData name="vishnuprakash k" userId="eb19c3e9f96e9905" providerId="LiveId" clId="{F6E77B58-16FB-4A80-8271-DF508C284435}" dt="2026-01-23T07:23:16.799" v="262" actId="255"/>
        <pc:sldMkLst>
          <pc:docMk/>
          <pc:sldMk cId="0" sldId="266"/>
        </pc:sldMkLst>
        <pc:spChg chg="mod">
          <ac:chgData name="vishnuprakash k" userId="eb19c3e9f96e9905" providerId="LiveId" clId="{F6E77B58-16FB-4A80-8271-DF508C284435}" dt="2026-01-23T07:21:22.133" v="249"/>
          <ac:spMkLst>
            <pc:docMk/>
            <pc:sldMk cId="0" sldId="266"/>
            <ac:spMk id="2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3:16.799" v="262" actId="255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vishnuprakash k" userId="eb19c3e9f96e9905" providerId="LiveId" clId="{F6E77B58-16FB-4A80-8271-DF508C284435}" dt="2026-01-23T07:23:23.552" v="263" actId="255"/>
        <pc:sldMkLst>
          <pc:docMk/>
          <pc:sldMk cId="0" sldId="267"/>
        </pc:sldMkLst>
        <pc:spChg chg="mod">
          <ac:chgData name="vishnuprakash k" userId="eb19c3e9f96e9905" providerId="LiveId" clId="{F6E77B58-16FB-4A80-8271-DF508C284435}" dt="2026-01-23T07:21:22.133" v="249"/>
          <ac:spMkLst>
            <pc:docMk/>
            <pc:sldMk cId="0" sldId="267"/>
            <ac:spMk id="2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3:23.552" v="263" actId="255"/>
          <ac:spMkLst>
            <pc:docMk/>
            <pc:sldMk cId="0" sldId="267"/>
            <ac:spMk id="3" creationId="{00000000-0000-0000-0000-000000000000}"/>
          </ac:spMkLst>
        </pc:spChg>
      </pc:sldChg>
      <pc:sldMasterChg chg="modSp modSldLayout">
        <pc:chgData name="vishnuprakash k" userId="eb19c3e9f96e9905" providerId="LiveId" clId="{F6E77B58-16FB-4A80-8271-DF508C284435}" dt="2026-01-23T07:21:22.133" v="249"/>
        <pc:sldMasterMkLst>
          <pc:docMk/>
          <pc:sldMasterMk cId="2614259448" sldId="2147483672"/>
        </pc:sldMasterMkLst>
        <pc:spChg chg="mod">
          <ac:chgData name="vishnuprakash k" userId="eb19c3e9f96e9905" providerId="LiveId" clId="{F6E77B58-16FB-4A80-8271-DF508C284435}" dt="2026-01-23T07:21:22.133" v="249"/>
          <ac:spMkLst>
            <pc:docMk/>
            <pc:sldMasterMk cId="2614259448" sldId="2147483672"/>
            <ac:spMk id="3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1:22.133" v="249"/>
          <ac:spMkLst>
            <pc:docMk/>
            <pc:sldMasterMk cId="2614259448" sldId="2147483672"/>
            <ac:spMk id="4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1:22.133" v="249"/>
          <ac:spMkLst>
            <pc:docMk/>
            <pc:sldMasterMk cId="2614259448" sldId="2147483672"/>
            <ac:spMk id="10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1:22.133" v="249"/>
          <ac:spMkLst>
            <pc:docMk/>
            <pc:sldMasterMk cId="2614259448" sldId="2147483672"/>
            <ac:spMk id="14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1:22.133" v="249"/>
          <ac:spMkLst>
            <pc:docMk/>
            <pc:sldMasterMk cId="2614259448" sldId="2147483672"/>
            <ac:spMk id="19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1:22.133" v="249"/>
          <ac:spMkLst>
            <pc:docMk/>
            <pc:sldMasterMk cId="2614259448" sldId="2147483672"/>
            <ac:spMk id="20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1:22.133" v="249"/>
          <ac:spMkLst>
            <pc:docMk/>
            <pc:sldMasterMk cId="2614259448" sldId="2147483672"/>
            <ac:spMk id="21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1:22.133" v="249"/>
          <ac:spMkLst>
            <pc:docMk/>
            <pc:sldMasterMk cId="2614259448" sldId="2147483672"/>
            <ac:spMk id="22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1:22.133" v="249"/>
          <ac:spMkLst>
            <pc:docMk/>
            <pc:sldMasterMk cId="2614259448" sldId="2147483672"/>
            <ac:spMk id="25" creationId="{00000000-0000-0000-0000-000000000000}"/>
          </ac:spMkLst>
        </pc:spChg>
        <pc:spChg chg="mod">
          <ac:chgData name="vishnuprakash k" userId="eb19c3e9f96e9905" providerId="LiveId" clId="{F6E77B58-16FB-4A80-8271-DF508C284435}" dt="2026-01-23T07:21:22.133" v="249"/>
          <ac:spMkLst>
            <pc:docMk/>
            <pc:sldMasterMk cId="2614259448" sldId="2147483672"/>
            <ac:spMk id="26" creationId="{00000000-0000-0000-0000-000000000000}"/>
          </ac:spMkLst>
        </pc:sp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84720978" sldId="2147483673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84720978" sldId="2147483673"/>
              <ac:spMk id="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84720978" sldId="2147483673"/>
              <ac:spMk id="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84720978" sldId="2147483673"/>
              <ac:spMk id="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84720978" sldId="2147483673"/>
              <ac:spMk id="5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84720978" sldId="2147483673"/>
              <ac:spMk id="9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84720978" sldId="2147483673"/>
              <ac:spMk id="10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84720978" sldId="2147483673"/>
              <ac:spMk id="11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84720978" sldId="2147483673"/>
              <ac:spMk id="1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84720978" sldId="2147483673"/>
              <ac:spMk id="1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84720978" sldId="2147483673"/>
              <ac:spMk id="15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4162782714" sldId="2147483674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62782714" sldId="2147483674"/>
              <ac:spMk id="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62782714" sldId="2147483674"/>
              <ac:spMk id="6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3849225368" sldId="2147483675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849225368" sldId="2147483675"/>
              <ac:spMk id="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849225368" sldId="2147483675"/>
              <ac:spMk id="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849225368" sldId="2147483675"/>
              <ac:spMk id="8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849225368" sldId="2147483675"/>
              <ac:spMk id="11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849225368" sldId="2147483675"/>
              <ac:spMk id="1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849225368" sldId="2147483675"/>
              <ac:spMk id="1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849225368" sldId="2147483675"/>
              <ac:spMk id="15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849225368" sldId="2147483675"/>
              <ac:spMk id="16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849225368" sldId="2147483675"/>
              <ac:spMk id="17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849225368" sldId="2147483675"/>
              <ac:spMk id="19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1874264961" sldId="2147483676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1874264961" sldId="2147483676"/>
              <ac:spMk id="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1874264961" sldId="2147483676"/>
              <ac:spMk id="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1874264961" sldId="2147483676"/>
              <ac:spMk id="7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19349873" sldId="2147483677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19349873" sldId="2147483677"/>
              <ac:spMk id="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19349873" sldId="2147483677"/>
              <ac:spMk id="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19349873" sldId="2147483677"/>
              <ac:spMk id="5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19349873" sldId="2147483677"/>
              <ac:spMk id="6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19349873" sldId="2147483677"/>
              <ac:spMk id="9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1602740725" sldId="2147483678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1602740725" sldId="2147483678"/>
              <ac:spMk id="5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2309020875" sldId="2147483679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2309020875" sldId="2147483679"/>
              <ac:spMk id="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2309020875" sldId="2147483679"/>
              <ac:spMk id="5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3921748879" sldId="2147483680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21748879" sldId="2147483680"/>
              <ac:spMk id="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21748879" sldId="2147483680"/>
              <ac:spMk id="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21748879" sldId="2147483680"/>
              <ac:spMk id="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21748879" sldId="2147483680"/>
              <ac:spMk id="11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21748879" sldId="2147483680"/>
              <ac:spMk id="1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21748879" sldId="2147483680"/>
              <ac:spMk id="1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21748879" sldId="2147483680"/>
              <ac:spMk id="15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21748879" sldId="2147483680"/>
              <ac:spMk id="17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21748879" sldId="2147483680"/>
              <ac:spMk id="18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21748879" sldId="2147483680"/>
              <ac:spMk id="19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4144862721" sldId="2147483681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44862721" sldId="2147483681"/>
              <ac:spMk id="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44862721" sldId="2147483681"/>
              <ac:spMk id="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44862721" sldId="2147483681"/>
              <ac:spMk id="10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44862721" sldId="2147483681"/>
              <ac:spMk id="11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44862721" sldId="2147483681"/>
              <ac:spMk id="1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44862721" sldId="2147483681"/>
              <ac:spMk id="1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44862721" sldId="2147483681"/>
              <ac:spMk id="17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44862721" sldId="2147483681"/>
              <ac:spMk id="18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44862721" sldId="2147483681"/>
              <ac:spMk id="19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44862721" sldId="2147483681"/>
              <ac:spMk id="24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2658168683" sldId="2147483682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2658168683" sldId="2147483682"/>
              <ac:spMk id="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2658168683" sldId="2147483682"/>
              <ac:spMk id="7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2658168683" sldId="2147483682"/>
              <ac:spMk id="10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2658168683" sldId="2147483682"/>
              <ac:spMk id="1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2658168683" sldId="2147483682"/>
              <ac:spMk id="1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2658168683" sldId="2147483682"/>
              <ac:spMk id="1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2658168683" sldId="2147483682"/>
              <ac:spMk id="15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2658168683" sldId="2147483682"/>
              <ac:spMk id="17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2658168683" sldId="2147483682"/>
              <ac:spMk id="18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2658168683" sldId="2147483682"/>
              <ac:spMk id="20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3756113002" sldId="2147483683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756113002" sldId="2147483683"/>
              <ac:spMk id="6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756113002" sldId="2147483683"/>
              <ac:spMk id="8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756113002" sldId="2147483683"/>
              <ac:spMk id="9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756113002" sldId="2147483683"/>
              <ac:spMk id="11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756113002" sldId="2147483683"/>
              <ac:spMk id="1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756113002" sldId="2147483683"/>
              <ac:spMk id="1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756113002" sldId="2147483683"/>
              <ac:spMk id="15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756113002" sldId="2147483683"/>
              <ac:spMk id="16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756113002" sldId="2147483683"/>
              <ac:spMk id="18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756113002" sldId="2147483683"/>
              <ac:spMk id="19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706002675" sldId="2147483684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706002675" sldId="2147483684"/>
              <ac:spMk id="9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706002675" sldId="2147483684"/>
              <ac:spMk id="15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706002675" sldId="2147483684"/>
              <ac:spMk id="16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706002675" sldId="2147483684"/>
              <ac:spMk id="17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706002675" sldId="2147483684"/>
              <ac:spMk id="19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706002675" sldId="2147483684"/>
              <ac:spMk id="20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706002675" sldId="2147483684"/>
              <ac:spMk id="21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706002675" sldId="2147483684"/>
              <ac:spMk id="2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706002675" sldId="2147483684"/>
              <ac:spMk id="2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706002675" sldId="2147483684"/>
              <ac:spMk id="24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537426923" sldId="2147483685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537426923" sldId="2147483685"/>
              <ac:spMk id="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537426923" sldId="2147483685"/>
              <ac:spMk id="6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537426923" sldId="2147483685"/>
              <ac:spMk id="7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537426923" sldId="2147483685"/>
              <ac:spMk id="8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537426923" sldId="2147483685"/>
              <ac:spMk id="10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537426923" sldId="2147483685"/>
              <ac:spMk id="11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537426923" sldId="2147483685"/>
              <ac:spMk id="1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537426923" sldId="2147483685"/>
              <ac:spMk id="1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537426923" sldId="2147483685"/>
              <ac:spMk id="16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537426923" sldId="2147483685"/>
              <ac:spMk id="17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307001511" sldId="2147483686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07001511" sldId="2147483686"/>
              <ac:spMk id="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07001511" sldId="2147483686"/>
              <ac:spMk id="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07001511" sldId="2147483686"/>
              <ac:spMk id="5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07001511" sldId="2147483686"/>
              <ac:spMk id="9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07001511" sldId="2147483686"/>
              <ac:spMk id="1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07001511" sldId="2147483686"/>
              <ac:spMk id="2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07001511" sldId="2147483686"/>
              <ac:spMk id="2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07001511" sldId="2147483686"/>
              <ac:spMk id="24" creationId="{00000000-0000-0000-0000-000000000000}"/>
            </ac:spMkLst>
          </pc:spChg>
          <pc:cxnChg chg="mod">
            <ac:chgData name="vishnuprakash k" userId="eb19c3e9f96e9905" providerId="LiveId" clId="{F6E77B58-16FB-4A80-8271-DF508C284435}" dt="2026-01-23T07:21:22.133" v="249"/>
            <ac:cxnSpMkLst>
              <pc:docMk/>
              <pc:sldMasterMk cId="2614259448" sldId="2147483672"/>
              <pc:sldLayoutMk cId="307001511" sldId="2147483686"/>
              <ac:cxnSpMk id="17" creationId="{00000000-0000-0000-0000-000000000000}"/>
            </ac:cxnSpMkLst>
          </pc:cxnChg>
          <pc:cxnChg chg="mod">
            <ac:chgData name="vishnuprakash k" userId="eb19c3e9f96e9905" providerId="LiveId" clId="{F6E77B58-16FB-4A80-8271-DF508C284435}" dt="2026-01-23T07:21:22.133" v="249"/>
            <ac:cxnSpMkLst>
              <pc:docMk/>
              <pc:sldMasterMk cId="2614259448" sldId="2147483672"/>
              <pc:sldLayoutMk cId="307001511" sldId="2147483686"/>
              <ac:cxnSpMk id="18" creationId="{00000000-0000-0000-0000-000000000000}"/>
            </ac:cxnSpMkLst>
          </pc:cxn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4169108008" sldId="2147483687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69108008" sldId="2147483687"/>
              <ac:spMk id="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69108008" sldId="2147483687"/>
              <ac:spMk id="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69108008" sldId="2147483687"/>
              <ac:spMk id="5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69108008" sldId="2147483687"/>
              <ac:spMk id="9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69108008" sldId="2147483687"/>
              <ac:spMk id="1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69108008" sldId="2147483687"/>
              <ac:spMk id="2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69108008" sldId="2147483687"/>
              <ac:spMk id="2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69108008" sldId="2147483687"/>
              <ac:spMk id="2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69108008" sldId="2147483687"/>
              <ac:spMk id="38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4169108008" sldId="2147483687"/>
              <ac:spMk id="39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1499461105" sldId="2147483688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1499461105" sldId="2147483688"/>
              <ac:spMk id="4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1499461105" sldId="2147483688"/>
              <ac:spMk id="5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1499461105" sldId="2147483688"/>
              <ac:spMk id="6" creationId="{00000000-0000-0000-0000-000000000000}"/>
            </ac:spMkLst>
          </pc:spChg>
        </pc:sldLayoutChg>
        <pc:sldLayoutChg chg="modSp">
          <pc:chgData name="vishnuprakash k" userId="eb19c3e9f96e9905" providerId="LiveId" clId="{F6E77B58-16FB-4A80-8271-DF508C284435}" dt="2026-01-23T07:21:22.133" v="249"/>
          <pc:sldLayoutMkLst>
            <pc:docMk/>
            <pc:sldMasterMk cId="2614259448" sldId="2147483672"/>
            <pc:sldLayoutMk cId="393561500" sldId="2147483689"/>
          </pc:sldLayoutMkLst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3561500" sldId="2147483689"/>
              <ac:spMk id="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3561500" sldId="2147483689"/>
              <ac:spMk id="6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3561500" sldId="2147483689"/>
              <ac:spMk id="9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3561500" sldId="2147483689"/>
              <ac:spMk id="11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3561500" sldId="2147483689"/>
              <ac:spMk id="12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3561500" sldId="2147483689"/>
              <ac:spMk id="13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3561500" sldId="2147483689"/>
              <ac:spMk id="15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3561500" sldId="2147483689"/>
              <ac:spMk id="16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3561500" sldId="2147483689"/>
              <ac:spMk id="17" creationId="{00000000-0000-0000-0000-000000000000}"/>
            </ac:spMkLst>
          </pc:spChg>
          <pc:spChg chg="mod">
            <ac:chgData name="vishnuprakash k" userId="eb19c3e9f96e9905" providerId="LiveId" clId="{F6E77B58-16FB-4A80-8271-DF508C284435}" dt="2026-01-23T07:21:22.133" v="249"/>
            <ac:spMkLst>
              <pc:docMk/>
              <pc:sldMasterMk cId="2614259448" sldId="2147483672"/>
              <pc:sldLayoutMk cId="393561500" sldId="2147483689"/>
              <ac:spMk id="19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35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07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31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3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05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45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5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26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90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10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84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37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90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69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18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Data Analysis – Business Deck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SQL | Excel | Power BI | Python | ML</a:t>
            </a:r>
          </a:p>
          <a:p>
            <a:r>
              <a:t>Prepared by: Vishnuprakash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0708" y="2583835"/>
            <a:ext cx="8825659" cy="3416300"/>
          </a:xfrm>
        </p:spPr>
        <p:txBody>
          <a:bodyPr>
            <a:normAutofit/>
          </a:bodyPr>
          <a:lstStyle/>
          <a:p>
            <a:r>
              <a:rPr sz="2000" dirty="0"/>
              <a:t>Understand customer behavior, sales performance, delivery efficiency, and identify key drivers impacting revenue and customer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Order data: order value, quantity, category</a:t>
            </a:r>
          </a:p>
          <a:p>
            <a:r>
              <a:rPr sz="2000" dirty="0"/>
              <a:t>Customer data:  repeat rate</a:t>
            </a:r>
            <a:r>
              <a:rPr lang="en-US" sz="2000" dirty="0"/>
              <a:t>, purchase value</a:t>
            </a:r>
            <a:endParaRPr sz="2000" dirty="0"/>
          </a:p>
          <a:p>
            <a:r>
              <a:rPr sz="2000" dirty="0"/>
              <a:t>Delivery data: delivery time, status</a:t>
            </a:r>
          </a:p>
          <a:p>
            <a:r>
              <a:rPr sz="2000" dirty="0"/>
              <a:t>Time-based data: order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SQL: Data extraction, joins, KPI calculation</a:t>
            </a:r>
            <a:r>
              <a:rPr lang="en-US" sz="2000" dirty="0"/>
              <a:t>, Analysis</a:t>
            </a:r>
            <a:endParaRPr sz="2000" dirty="0"/>
          </a:p>
          <a:p>
            <a:r>
              <a:rPr sz="2000" dirty="0"/>
              <a:t>Excel: Validation, summaries, pivot analysis</a:t>
            </a:r>
          </a:p>
          <a:p>
            <a:r>
              <a:rPr sz="2000" dirty="0"/>
              <a:t>Power BI: Interactive dashboards &amp; KPIs</a:t>
            </a:r>
          </a:p>
          <a:p>
            <a:r>
              <a:rPr sz="2000" dirty="0"/>
              <a:t>Python: Data cleaning, trend &amp; ML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 –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Total &amp;</a:t>
            </a:r>
            <a:r>
              <a:rPr lang="en-US" sz="2000" dirty="0"/>
              <a:t> Gross</a:t>
            </a:r>
            <a:r>
              <a:rPr sz="2000" dirty="0"/>
              <a:t> revenue</a:t>
            </a:r>
          </a:p>
          <a:p>
            <a:r>
              <a:rPr sz="2000" dirty="0"/>
              <a:t>Average order value (AOV)</a:t>
            </a:r>
          </a:p>
          <a:p>
            <a:r>
              <a:rPr sz="2000" dirty="0"/>
              <a:t>Customer repeat rate</a:t>
            </a:r>
          </a:p>
          <a:p>
            <a:r>
              <a:rPr sz="2000" dirty="0"/>
              <a:t>Delivery performance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Category-wise sales contribution</a:t>
            </a:r>
          </a:p>
          <a:p>
            <a:r>
              <a:rPr sz="2000" dirty="0"/>
              <a:t>Top &amp; bottom performing products</a:t>
            </a:r>
          </a:p>
          <a:p>
            <a:r>
              <a:rPr sz="2000" dirty="0"/>
              <a:t>Data consistency checks</a:t>
            </a:r>
          </a:p>
          <a:p>
            <a:r>
              <a:rPr sz="2000" dirty="0"/>
              <a:t>Trend comparison across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Revenue trends over time</a:t>
            </a:r>
          </a:p>
          <a:p>
            <a:r>
              <a:rPr sz="2000" dirty="0"/>
              <a:t>High-performing customer segments</a:t>
            </a:r>
          </a:p>
          <a:p>
            <a:r>
              <a:rPr sz="2000" dirty="0"/>
              <a:t>Delivery delay impact on customer satisfaction</a:t>
            </a:r>
          </a:p>
          <a:p>
            <a:r>
              <a:rPr sz="2000" dirty="0"/>
              <a:t>Regional performance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&amp; ML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Data preprocessing &amp; feature engineering</a:t>
            </a:r>
          </a:p>
          <a:p>
            <a:r>
              <a:rPr sz="2000" dirty="0"/>
              <a:t>Customer segmentation / pattern detection</a:t>
            </a:r>
          </a:p>
          <a:p>
            <a:r>
              <a:rPr sz="2000" dirty="0"/>
              <a:t>Predictive indicators for performance</a:t>
            </a:r>
          </a:p>
          <a:p>
            <a:r>
              <a:rPr sz="2000" dirty="0"/>
              <a:t>Explained using simple business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Few customer segments drive majority revenue</a:t>
            </a:r>
          </a:p>
          <a:p>
            <a:r>
              <a:rPr sz="2000" dirty="0"/>
              <a:t>Faster delivery improves repeat purchases</a:t>
            </a:r>
          </a:p>
          <a:p>
            <a:r>
              <a:rPr sz="2000" dirty="0"/>
              <a:t>Certain categories show seasonal spikes</a:t>
            </a:r>
          </a:p>
          <a:p>
            <a:r>
              <a:rPr sz="2000" dirty="0"/>
              <a:t>Delays negatively impact customer experience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Improved decision-making through dashboards</a:t>
            </a:r>
            <a:r>
              <a:rPr lang="en-US" sz="2000" dirty="0"/>
              <a:t> </a:t>
            </a:r>
            <a:endParaRPr sz="2000" dirty="0"/>
          </a:p>
          <a:p>
            <a:r>
              <a:rPr sz="2000" dirty="0"/>
              <a:t>Identified revenue growth opportunities</a:t>
            </a:r>
          </a:p>
          <a:p>
            <a:r>
              <a:rPr sz="2000" dirty="0"/>
              <a:t>Highlighted operational inefficiencies</a:t>
            </a:r>
          </a:p>
          <a:p>
            <a:r>
              <a:rPr sz="2000" dirty="0"/>
              <a:t>Supports data-driven strategy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Focus on high-value customers</a:t>
            </a:r>
          </a:p>
          <a:p>
            <a:r>
              <a:rPr sz="2000" dirty="0"/>
              <a:t>Optimize delivery timelines</a:t>
            </a:r>
          </a:p>
          <a:p>
            <a:r>
              <a:rPr sz="2000" dirty="0"/>
              <a:t>Promote high-margin categories</a:t>
            </a:r>
          </a:p>
          <a:p>
            <a:r>
              <a:rPr sz="2000" dirty="0"/>
              <a:t>Use ML insights for targeted campaigns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This project demonstrates end-to-end data analytics capability, combining technical analysis with clear business storytelling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</TotalTime>
  <Words>268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E-Commerce Data Analysis – Business Deck Review</vt:lpstr>
      <vt:lpstr>Business Objective</vt:lpstr>
      <vt:lpstr>Raw Data Overview</vt:lpstr>
      <vt:lpstr>Tools &amp; Approach</vt:lpstr>
      <vt:lpstr>SQL Analysis – Key Metrics</vt:lpstr>
      <vt:lpstr>Excel Insights</vt:lpstr>
      <vt:lpstr>Power BI Dashboard Insights</vt:lpstr>
      <vt:lpstr>Python &amp; ML Analysis</vt:lpstr>
      <vt:lpstr>Key Business Insights</vt:lpstr>
      <vt:lpstr>Business Impact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vishnuprakash k</cp:lastModifiedBy>
  <cp:revision>1</cp:revision>
  <dcterms:created xsi:type="dcterms:W3CDTF">2013-01-27T09:14:16Z</dcterms:created>
  <dcterms:modified xsi:type="dcterms:W3CDTF">2026-01-23T07:29:58Z</dcterms:modified>
  <cp:category/>
</cp:coreProperties>
</file>